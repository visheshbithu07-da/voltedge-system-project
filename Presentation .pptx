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5FB8C3FA.xml" ContentType="application/vnd.ms-powerpoint.comments+xml"/>
  <Override PartName="/ppt/comments/modernComment_102_359ED166.xml" ContentType="application/vnd.ms-powerpoint.comments+xml"/>
  <Override PartName="/ppt/comments/modernComment_103_5F0B9022.xml" ContentType="application/vnd.ms-powerpoint.comments+xml"/>
  <Override PartName="/ppt/comments/modernComment_104_8CF6A523.xml" ContentType="application/vnd.ms-powerpoint.comments+xml"/>
  <Override PartName="/ppt/comments/modernComment_105_C89F990E.xml" ContentType="application/vnd.ms-powerpoint.comments+xml"/>
  <Override PartName="/ppt/comments/modernComment_106_368320B6.xml" ContentType="application/vnd.ms-powerpoint.comments+xml"/>
  <Override PartName="/ppt/comments/modernComment_107_71CBC6E0.xml" ContentType="application/vnd.ms-powerpoint.comments+xml"/>
  <Override PartName="/ppt/comments/modernComment_108_1F2346F8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79" r:id="rId3"/>
    <p:sldId id="274" r:id="rId4"/>
    <p:sldId id="276" r:id="rId5"/>
    <p:sldId id="275" r:id="rId6"/>
    <p:sldId id="277" r:id="rId7"/>
    <p:sldId id="278" r:id="rId8"/>
    <p:sldId id="280" r:id="rId9"/>
    <p:sldId id="281" r:id="rId10"/>
    <p:sldId id="282" r:id="rId11"/>
    <p:sldId id="283" r:id="rId12"/>
    <p:sldId id="284" r:id="rId13"/>
    <p:sldId id="285" r:id="rId14"/>
    <p:sldId id="273" r:id="rId15"/>
    <p:sldId id="265" r:id="rId16"/>
    <p:sldId id="257" r:id="rId17"/>
    <p:sldId id="266" r:id="rId18"/>
    <p:sldId id="258" r:id="rId19"/>
    <p:sldId id="267" r:id="rId20"/>
    <p:sldId id="259" r:id="rId21"/>
    <p:sldId id="268" r:id="rId22"/>
    <p:sldId id="260" r:id="rId23"/>
    <p:sldId id="269" r:id="rId24"/>
    <p:sldId id="261" r:id="rId25"/>
    <p:sldId id="270" r:id="rId26"/>
    <p:sldId id="262" r:id="rId27"/>
    <p:sldId id="271" r:id="rId28"/>
    <p:sldId id="263" r:id="rId29"/>
    <p:sldId id="272" r:id="rId30"/>
    <p:sldId id="26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E695BA4-10DA-BC21-7EF9-56FF661CFA81}" name="ii8jd" initials="i" userId="S::ii8jd@msa3.me::8fb8bca5-d404-4b93-ac34-28c84a038f0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omments/modernComment_101_5FB8C3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928A89-7BD0-463E-B603-D91E38D54889}" authorId="{FE695BA4-10DA-BC21-7EF9-56FF661CFA81}" created="2026-04-22T19:40:35.540">
    <pc:sldMkLst xmlns:pc="http://schemas.microsoft.com/office/powerpoint/2013/main/command">
      <pc:docMk/>
      <pc:sldMk cId="1605944314" sldId="257"/>
    </pc:sldMkLst>
    <p188:txBody>
      <a:bodyPr/>
      <a:lstStyle/>
      <a:p>
        <a:r>
          <a:rPr lang="en-IN"/>
          <a:t>Q1
</a:t>
        </a:r>
      </a:p>
    </p188:txBody>
  </p188:cm>
</p188:cmLst>
</file>

<file path=ppt/comments/modernComment_102_359ED1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344FCE3-D22A-43EC-A271-0CC3232D1072}" authorId="{FE695BA4-10DA-BC21-7EF9-56FF661CFA81}" created="2026-04-22T19:44:36.511">
    <pc:sldMkLst xmlns:pc="http://schemas.microsoft.com/office/powerpoint/2013/main/command">
      <pc:docMk/>
      <pc:sldMk cId="899600742" sldId="258"/>
    </pc:sldMkLst>
    <p188:txBody>
      <a:bodyPr/>
      <a:lstStyle/>
      <a:p>
        <a:r>
          <a:rPr lang="en-IN"/>
          <a:t>Q2</a:t>
        </a:r>
      </a:p>
    </p188:txBody>
  </p188:cm>
</p188:cmLst>
</file>

<file path=ppt/comments/modernComment_103_5F0B902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334002C-99A7-4AAD-B0A9-6722898A85C6}" authorId="{FE695BA4-10DA-BC21-7EF9-56FF661CFA81}" created="2026-04-22T19:52:28.761">
    <pc:sldMkLst xmlns:pc="http://schemas.microsoft.com/office/powerpoint/2013/main/command">
      <pc:docMk/>
      <pc:sldMk cId="1594593314" sldId="259"/>
    </pc:sldMkLst>
    <p188:txBody>
      <a:bodyPr/>
      <a:lstStyle/>
      <a:p>
        <a:r>
          <a:rPr lang="en-IN"/>
          <a:t>Q3</a:t>
        </a:r>
      </a:p>
    </p188:txBody>
  </p188:cm>
</p188:cmLst>
</file>

<file path=ppt/comments/modernComment_104_8CF6A52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435D55-6F7D-40D9-89E8-1E3E67E16F63}" authorId="{FE695BA4-10DA-BC21-7EF9-56FF661CFA81}" created="2026-04-22T19:57:30.979">
    <pc:sldMkLst xmlns:pc="http://schemas.microsoft.com/office/powerpoint/2013/main/command">
      <pc:docMk/>
      <pc:sldMk cId="2364974371" sldId="260"/>
    </pc:sldMkLst>
    <p188:txBody>
      <a:bodyPr/>
      <a:lstStyle/>
      <a:p>
        <a:r>
          <a:rPr lang="en-IN"/>
          <a:t>Q4</a:t>
        </a:r>
      </a:p>
    </p188:txBody>
  </p188:cm>
</p188:cmLst>
</file>

<file path=ppt/comments/modernComment_105_C89F990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34A93E8-A90B-4BE8-9B48-04A3E6C44FE3}" authorId="{FE695BA4-10DA-BC21-7EF9-56FF661CFA81}" created="2026-04-22T20:01:37.933">
    <pc:sldMkLst xmlns:pc="http://schemas.microsoft.com/office/powerpoint/2013/main/command">
      <pc:docMk/>
      <pc:sldMk cId="3365902606" sldId="261"/>
    </pc:sldMkLst>
    <p188:txBody>
      <a:bodyPr/>
      <a:lstStyle/>
      <a:p>
        <a:r>
          <a:rPr lang="en-IN"/>
          <a:t>Q5</a:t>
        </a:r>
      </a:p>
    </p188:txBody>
  </p188:cm>
</p188:cmLst>
</file>

<file path=ppt/comments/modernComment_106_368320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8626E4-E036-44B6-9DDF-7BCEE9046799}" authorId="{FE695BA4-10DA-BC21-7EF9-56FF661CFA81}" created="2026-04-22T20:13:36.674">
    <pc:sldMkLst xmlns:pc="http://schemas.microsoft.com/office/powerpoint/2013/main/command">
      <pc:docMk/>
      <pc:sldMk cId="914563254" sldId="262"/>
    </pc:sldMkLst>
    <p188:txBody>
      <a:bodyPr/>
      <a:lstStyle/>
      <a:p>
        <a:r>
          <a:rPr lang="en-IN"/>
          <a:t>Q6</a:t>
        </a:r>
      </a:p>
    </p188:txBody>
  </p188:cm>
</p188:cmLst>
</file>

<file path=ppt/comments/modernComment_107_71CBC6E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61A44AD-5449-4503-BDE7-B10C3389C9A3}" authorId="{FE695BA4-10DA-BC21-7EF9-56FF661CFA81}" created="2026-04-22T20:41:51.527">
    <pc:sldMkLst xmlns:pc="http://schemas.microsoft.com/office/powerpoint/2013/main/command">
      <pc:docMk/>
      <pc:sldMk cId="1909180128" sldId="263"/>
    </pc:sldMkLst>
    <p188:txBody>
      <a:bodyPr/>
      <a:lstStyle/>
      <a:p>
        <a:r>
          <a:rPr lang="en-IN"/>
          <a:t>Q7</a:t>
        </a:r>
      </a:p>
    </p188:txBody>
  </p188:cm>
</p188:cmLst>
</file>

<file path=ppt/comments/modernComment_108_1F2346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095A08-EB7E-43F0-9545-3B612D85DBD5}" authorId="{FE695BA4-10DA-BC21-7EF9-56FF661CFA81}" created="2026-04-22T20:53:02.412">
    <pc:sldMkLst xmlns:pc="http://schemas.microsoft.com/office/powerpoint/2013/main/command">
      <pc:docMk/>
      <pc:sldMk cId="522405624" sldId="264"/>
    </pc:sldMkLst>
    <p188:txBody>
      <a:bodyPr/>
      <a:lstStyle/>
      <a:p>
        <a:r>
          <a:rPr lang="en-IN"/>
          <a:t>Q8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D888-3C80-A960-8CE8-93EC7206B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AEAA3-0DBC-52BD-D561-29C83FE25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14157-DF8C-2EEE-A6D5-A71524D9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66C5-70D2-458D-8FA3-055060A3671D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99087-BCDB-59BB-B433-49F4911BB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5A2EA-C14A-DBD3-70DC-0B71197B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029E0-2294-4F40-8159-0447D59BA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89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1955-CF61-A591-A571-6E793350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4CAEB-CBA1-3005-356E-E6D188AB1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00F7C-E7CA-B561-38CE-A23603AAA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66C5-70D2-458D-8FA3-055060A3671D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1572B-9B39-4065-A3E1-A057CB167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63CF1-89AA-521B-4673-497BE8ED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029E0-2294-4F40-8159-0447D59BA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822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42F2-F4C1-414C-FDC3-677BBD08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08E5F-5AC1-00E4-468D-3289CFB6C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0AAEE-D13E-8D0F-24E1-458AD2504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66C5-70D2-458D-8FA3-055060A3671D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4BEFB-13F1-B0D5-AE77-3EC59BBB3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733DC-1673-3C53-7DEC-43D33E265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029E0-2294-4F40-8159-0447D59BA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29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5418-373E-B74F-BB9C-961B60FF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C9850-9123-21F9-5081-90103FE85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44300-749E-96E2-CD89-441AC9DAF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26E56-A527-9688-8144-AD173223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66C5-70D2-458D-8FA3-055060A3671D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94E6D-0275-B15D-DEBE-E46DED68B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7408E-EC1C-0FE4-94C5-3481BFB07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029E0-2294-4F40-8159-0447D59BA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94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D5164-D0FD-3792-4D76-BB198F4C1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F098F-9CA1-97F4-C36A-97FEF464C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3F00C-30A6-0AF5-ADD2-54E3EF926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EBE9AA-DA48-D3C2-7CE7-AFD76DA27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016369-F8B2-4172-E91A-FC70D500BC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0DC68-79BF-4332-83B3-600B34A07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66C5-70D2-458D-8FA3-055060A3671D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46157E-7464-144F-3497-35B330D5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D020A1-8481-AEF4-5B6A-71BEFD65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029E0-2294-4F40-8159-0447D59BA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284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F6EFB-EDB1-5DBB-C079-D8446C4E4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BF7DD-4F07-F655-E5AD-87D0C50FF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66C5-70D2-458D-8FA3-055060A3671D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846FD-9DEF-5CBC-AB30-2AD2F533F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5C40B7-496D-815C-23BA-1C67CC08A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029E0-2294-4F40-8159-0447D59BA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4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FC9BC-2212-C469-586B-3ACDD33C5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66C5-70D2-458D-8FA3-055060A3671D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0F398F-F416-D8B9-DBCA-A176A9AE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91EEF-30FD-0170-D320-1BF616AB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029E0-2294-4F40-8159-0447D59BA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903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0ED9A-F81C-B24A-E488-998A0FC71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1C8CB-EC81-EB03-5D41-CEAF769B0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18622-521F-6F96-98D8-E03EC1A88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97E02-C13F-7472-7A16-86CB3456A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66C5-70D2-458D-8FA3-055060A3671D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EBB3B-F58F-8D4D-302E-7BC9A315C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1F731-06FB-EA79-E269-72E6A345F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029E0-2294-4F40-8159-0447D59BA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834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2A867-1FA3-352F-A14B-C7E858161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C9F025-5A16-1941-3AB9-05E132038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19A8C-BB9B-6CA7-17D9-DF393D531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BF0EF-BC7D-9DCE-1C22-07C63957F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66C5-70D2-458D-8FA3-055060A3671D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B620B-774A-3D35-253F-89DB1C2DA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9C868-43F2-E441-AEE4-6BAA7AD9B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029E0-2294-4F40-8159-0447D59BA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059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37B2-19E0-4045-52E2-A84982E4B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CEEE0-3A9B-029C-8B68-369595F9F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7E1BD-096A-2FBE-6FF6-538BF4E4C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66C5-70D2-458D-8FA3-055060A3671D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09054-687F-CB5F-5C99-123BC7543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CC769-824E-BB3E-0BD4-C27F5CC24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029E0-2294-4F40-8159-0447D59BA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83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96D920-1B61-7FBE-9537-FFEA20EDF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217EC-665D-8361-D96B-33E430468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B5AE9-C073-1E0C-5A64-2441F3FB4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66C5-70D2-458D-8FA3-055060A3671D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B89C-9971-0EFD-297B-E82511FD2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C5B0A-F318-C469-1D04-1DC4231D5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029E0-2294-4F40-8159-0447D59BA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008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D1C705-DFD9-50CF-FF12-BD0A4C8D7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C40BD-70BC-E369-F01F-B4D240B21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3B5F-6EAB-7060-4A39-E4A124EFC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D66C5-70D2-458D-8FA3-055060A3671D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D5F04-5407-4533-BF4C-FA1022EB0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63FC8-7762-6E99-9360-FDD55FAEE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029E0-2294-4F40-8159-0447D59BA4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36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microsoft.com/office/2018/10/relationships/comments" Target="../comments/modernComment_101_5FB8C3FA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microsoft.com/office/2018/10/relationships/comments" Target="../comments/modernComment_102_359ED16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microsoft.com/office/2018/10/relationships/comments" Target="../comments/modernComment_103_5F0B902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microsoft.com/office/2018/10/relationships/comments" Target="../comments/modernComment_104_8CF6A5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microsoft.com/office/2018/10/relationships/comments" Target="../comments/modernComment_105_C89F990E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microsoft.com/office/2018/10/relationships/comments" Target="../comments/modernComment_106_368320B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microsoft.com/office/2018/10/relationships/comments" Target="../comments/modernComment_107_71CBC6E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microsoft.com/office/2018/10/relationships/comments" Target="../comments/modernComment_108_1F2346F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A2A59F-8E73-D8D4-EC73-9BCA0CB5DCEA}"/>
              </a:ext>
            </a:extLst>
          </p:cNvPr>
          <p:cNvSpPr txBox="1"/>
          <p:nvPr/>
        </p:nvSpPr>
        <p:spPr>
          <a:xfrm>
            <a:off x="3891117" y="2551837"/>
            <a:ext cx="44097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/>
              <a:t>VoltEdge</a:t>
            </a:r>
            <a:r>
              <a:rPr lang="en-US" sz="5400" dirty="0"/>
              <a:t> System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682447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16"/>
    </mc:Choice>
    <mc:Fallback>
      <p:transition spd="slow" advTm="491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D5A6B4-4EFC-D409-2D47-BAC7F1783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329" y="184227"/>
            <a:ext cx="5379341" cy="648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77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96"/>
    </mc:Choice>
    <mc:Fallback>
      <p:transition spd="slow" advTm="709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47D118-B7D9-AEF9-288E-F4CB59C87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24" y="1491131"/>
            <a:ext cx="10616152" cy="38757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AB7D64-F012-0545-862F-5136B742D6AB}"/>
              </a:ext>
            </a:extLst>
          </p:cNvPr>
          <p:cNvSpPr txBox="1"/>
          <p:nvPr/>
        </p:nvSpPr>
        <p:spPr>
          <a:xfrm>
            <a:off x="4890319" y="639700"/>
            <a:ext cx="24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Customer.csv</a:t>
            </a:r>
          </a:p>
        </p:txBody>
      </p:sp>
    </p:spTree>
    <p:extLst>
      <p:ext uri="{BB962C8B-B14F-4D97-AF65-F5344CB8AC3E}">
        <p14:creationId xmlns:p14="http://schemas.microsoft.com/office/powerpoint/2010/main" val="2828651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11"/>
    </mc:Choice>
    <mc:Fallback>
      <p:transition spd="slow" advTm="441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64A4F9-4506-39D9-6DA6-CC6765782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553" y="1282181"/>
            <a:ext cx="3186893" cy="42936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6556F3-DC8C-830D-D04C-F40B8A7E68EF}"/>
              </a:ext>
            </a:extLst>
          </p:cNvPr>
          <p:cNvSpPr txBox="1"/>
          <p:nvPr/>
        </p:nvSpPr>
        <p:spPr>
          <a:xfrm>
            <a:off x="5315529" y="632630"/>
            <a:ext cx="1560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OrderLine.csv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6845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75"/>
    </mc:Choice>
    <mc:Fallback>
      <p:transition spd="slow" advTm="317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DC66B9-EC49-3BFD-D8B8-5BF977983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590" y="1166544"/>
            <a:ext cx="2894819" cy="45249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CA98B6-A289-64F9-8492-E4F74F98354F}"/>
              </a:ext>
            </a:extLst>
          </p:cNvPr>
          <p:cNvSpPr txBox="1"/>
          <p:nvPr/>
        </p:nvSpPr>
        <p:spPr>
          <a:xfrm>
            <a:off x="5530459" y="526831"/>
            <a:ext cx="1131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Order.csv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4945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A5B03A-CD5A-4B11-F423-D67CD9661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100" y="1453655"/>
            <a:ext cx="8649800" cy="39506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EAA1AF-D2C3-9BEC-7533-798884D37D7F}"/>
              </a:ext>
            </a:extLst>
          </p:cNvPr>
          <p:cNvSpPr txBox="1"/>
          <p:nvPr/>
        </p:nvSpPr>
        <p:spPr>
          <a:xfrm>
            <a:off x="5413345" y="720253"/>
            <a:ext cx="1365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Product.csv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7925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A66AA9-22B7-9B7D-3CCB-23A182E01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593" y="1600356"/>
            <a:ext cx="3640814" cy="36572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66261B-579D-F943-F8C7-B3584132E30D}"/>
              </a:ext>
            </a:extLst>
          </p:cNvPr>
          <p:cNvSpPr txBox="1"/>
          <p:nvPr/>
        </p:nvSpPr>
        <p:spPr>
          <a:xfrm>
            <a:off x="5207647" y="766433"/>
            <a:ext cx="1776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ProductLine.csv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8406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530A08-F8F5-E581-DB03-5FF80B1B0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44" y="1061707"/>
            <a:ext cx="11002911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89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60B9F8-0DA2-A13B-9A6C-E0BE22B5C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44" y="1328444"/>
            <a:ext cx="11002911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81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7B1E44-CF7C-20C2-668D-B76C718B7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60" y="1333207"/>
            <a:ext cx="11136279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47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DB20BE-49F0-29AD-2059-15F411AFA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55" y="1176023"/>
            <a:ext cx="11031489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594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957599-A67D-D66E-5097-CA991BF8D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76" y="1428471"/>
            <a:ext cx="11088647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485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5FFEEE-245F-8E0C-34E9-CA11A9115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29" y="1309391"/>
            <a:ext cx="11050542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775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64FC29-55C7-8F7A-2072-826007DAC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318" y="346625"/>
            <a:ext cx="6597364" cy="616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322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CA87EE-253E-8E8D-2C1C-2976228B3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29" y="1348053"/>
            <a:ext cx="10643341" cy="2333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4A702E-08B9-4DA7-AEC4-4699C716A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548" y="4944225"/>
            <a:ext cx="3342903" cy="56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392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0973B3-C4BE-8844-273F-B2F616A33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63" y="191728"/>
            <a:ext cx="5296003" cy="64745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FC1659-A1B8-0448-DB3A-E1728E60E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936" y="191728"/>
            <a:ext cx="5157000" cy="647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443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1B3100-D584-EE5B-C27B-8E2C15D18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808" y="2082804"/>
            <a:ext cx="8746383" cy="269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88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8C2F42-D263-E1C4-F53F-7A203BBD5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28" y="221226"/>
            <a:ext cx="3362325" cy="6415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ACC7CD-C9EE-8648-F892-6AE56FE69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297" y="221225"/>
            <a:ext cx="3362325" cy="64155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387597-952B-A77D-BD38-21E26285F8DE}"/>
              </a:ext>
            </a:extLst>
          </p:cNvPr>
          <p:cNvSpPr txBox="1"/>
          <p:nvPr/>
        </p:nvSpPr>
        <p:spPr>
          <a:xfrm>
            <a:off x="8543405" y="3105834"/>
            <a:ext cx="3362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Customer= 1489</a:t>
            </a:r>
          </a:p>
          <a:p>
            <a:r>
              <a:rPr lang="en-IN" dirty="0"/>
              <a:t>Cust. not ordered = 396 (26.5%)</a:t>
            </a:r>
          </a:p>
        </p:txBody>
      </p:sp>
    </p:spTree>
    <p:extLst>
      <p:ext uri="{BB962C8B-B14F-4D97-AF65-F5344CB8AC3E}">
        <p14:creationId xmlns:p14="http://schemas.microsoft.com/office/powerpoint/2010/main" val="8996007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9E13C2-5EC0-EBDB-CA46-32F0864D9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217" y="1414286"/>
            <a:ext cx="8807565" cy="402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79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64BCCD-1AAD-0CA8-D7FA-F844C0314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121" y="561663"/>
            <a:ext cx="5721758" cy="2867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B46710-A96F-1694-54D7-20496E1B84B8}"/>
              </a:ext>
            </a:extLst>
          </p:cNvPr>
          <p:cNvSpPr txBox="1"/>
          <p:nvPr/>
        </p:nvSpPr>
        <p:spPr>
          <a:xfrm>
            <a:off x="3989109" y="4793226"/>
            <a:ext cx="4213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Total Sales = 22,362,638</a:t>
            </a:r>
          </a:p>
          <a:p>
            <a:pPr algn="ctr"/>
            <a:r>
              <a:rPr lang="en-US" dirty="0"/>
              <a:t>              Top 10 Sales =    3,213,509 (14.3%)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45933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93420C-1883-21DA-7BE5-74506CC99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144" y="1585048"/>
            <a:ext cx="9301712" cy="368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08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AD4B8C-C5C4-A1C7-386C-DF599AE47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223" y="466725"/>
            <a:ext cx="2354471" cy="5924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3278C3-80FA-4169-C7CC-4D91C7757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306" y="466725"/>
            <a:ext cx="2354470" cy="59245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A3BD1F-8F9E-BF3A-9FB6-A1D9D9299C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566" y="3198922"/>
            <a:ext cx="2278868" cy="46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9743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61701C-3190-7739-AC28-CCD09B569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73" y="1760096"/>
            <a:ext cx="11000254" cy="333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3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7926C4-E335-B4D1-E83F-D91CED4FA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749" y="1192182"/>
            <a:ext cx="7377573" cy="447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9026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D20F1D-5214-E0A3-7238-4DCDE0D59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378" y="1008042"/>
            <a:ext cx="8585244" cy="484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93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A0B6FE-6E7A-993F-D2C8-8AB832D5E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96" y="466725"/>
            <a:ext cx="2886075" cy="5924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FFFA67-D8FD-C001-8A17-7A186AE13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297" y="466724"/>
            <a:ext cx="2886075" cy="5924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4CED72-7BAF-28F6-A370-3BFA82571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731" y="2978215"/>
            <a:ext cx="3067534" cy="90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5632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35233F-8EE6-AF06-554B-7BA445AB7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85" y="2506880"/>
            <a:ext cx="10961829" cy="184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423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21C8CA-0472-78A9-4E20-A7F214CCC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75" y="466725"/>
            <a:ext cx="3152775" cy="5924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3EE219-EBDC-FDEB-C3AA-A4EC9DAC9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612" y="466725"/>
            <a:ext cx="3152775" cy="5924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76975F-C310-42A6-252E-E9F7560C4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4149" y="466725"/>
            <a:ext cx="3152775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801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B22617-A7F8-248E-A306-487E90D40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18" y="2370412"/>
            <a:ext cx="11277963" cy="211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7769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520BAD-DC46-6B4B-52F9-C58EECCB5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94" y="466725"/>
            <a:ext cx="4848225" cy="5924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2D727F-35E5-E30F-B07E-135453E4C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66725"/>
            <a:ext cx="4848225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40562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43</Words>
  <Application>Microsoft Office PowerPoint</Application>
  <PresentationFormat>Widescreen</PresentationFormat>
  <Paragraphs>10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ii8jd</dc:creator>
  <cp:lastModifiedBy>ii8jd</cp:lastModifiedBy>
  <cp:revision>42</cp:revision>
  <dcterms:created xsi:type="dcterms:W3CDTF">2026-04-22T19:31:28Z</dcterms:created>
  <dcterms:modified xsi:type="dcterms:W3CDTF">2026-05-02T10:57:40Z</dcterms:modified>
</cp:coreProperties>
</file>